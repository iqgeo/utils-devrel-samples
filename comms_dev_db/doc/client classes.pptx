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599525" cy="10115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7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655485"/>
            <a:ext cx="16199644" cy="3521710"/>
          </a:xfrm>
        </p:spPr>
        <p:txBody>
          <a:bodyPr anchor="b"/>
          <a:lstStyle>
            <a:lvl1pPr algn="ctr">
              <a:defRPr sz="8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313006"/>
            <a:ext cx="16199644" cy="2442249"/>
          </a:xfrm>
        </p:spPr>
        <p:txBody>
          <a:bodyPr/>
          <a:lstStyle>
            <a:lvl1pPr marL="0" indent="0" algn="ctr">
              <a:buNone/>
              <a:defRPr sz="3540"/>
            </a:lvl1pPr>
            <a:lvl2pPr marL="674370" indent="0" algn="ctr">
              <a:buNone/>
              <a:defRPr sz="2950"/>
            </a:lvl2pPr>
            <a:lvl3pPr marL="1348740" indent="0" algn="ctr">
              <a:buNone/>
              <a:defRPr sz="2655"/>
            </a:lvl3pPr>
            <a:lvl4pPr marL="2023110" indent="0" algn="ctr">
              <a:buNone/>
              <a:defRPr sz="2360"/>
            </a:lvl4pPr>
            <a:lvl5pPr marL="2697480" indent="0" algn="ctr">
              <a:buNone/>
              <a:defRPr sz="2360"/>
            </a:lvl5pPr>
            <a:lvl6pPr marL="3371850" indent="0" algn="ctr">
              <a:buNone/>
              <a:defRPr sz="2360"/>
            </a:lvl6pPr>
            <a:lvl7pPr marL="4046220" indent="0" algn="ctr">
              <a:buNone/>
              <a:defRPr sz="2360"/>
            </a:lvl7pPr>
            <a:lvl8pPr marL="4720590" indent="0" algn="ctr">
              <a:buNone/>
              <a:defRPr sz="2360"/>
            </a:lvl8pPr>
            <a:lvl9pPr marL="5394960" indent="0" algn="ctr">
              <a:buNone/>
              <a:defRPr sz="2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0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4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521864"/>
            <a:ext cx="18629590" cy="4207787"/>
          </a:xfrm>
        </p:spPr>
        <p:txBody>
          <a:bodyPr anchor="b"/>
          <a:lstStyle>
            <a:lvl1pPr>
              <a:defRPr sz="8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6769459"/>
            <a:ext cx="18629590" cy="2212776"/>
          </a:xfrm>
        </p:spPr>
        <p:txBody>
          <a:bodyPr/>
          <a:lstStyle>
            <a:lvl1pPr marL="0" indent="0">
              <a:buNone/>
              <a:defRPr sz="3540">
                <a:solidFill>
                  <a:schemeClr val="tx1">
                    <a:tint val="75000"/>
                  </a:schemeClr>
                </a:solidFill>
              </a:defRPr>
            </a:lvl1pPr>
            <a:lvl2pPr marL="674370" indent="0">
              <a:buNone/>
              <a:defRPr sz="2950">
                <a:solidFill>
                  <a:schemeClr val="tx1">
                    <a:tint val="75000"/>
                  </a:schemeClr>
                </a:solidFill>
              </a:defRPr>
            </a:lvl2pPr>
            <a:lvl3pPr marL="1348740" indent="0">
              <a:buNone/>
              <a:defRPr sz="2655">
                <a:solidFill>
                  <a:schemeClr val="tx1">
                    <a:tint val="75000"/>
                  </a:schemeClr>
                </a:solidFill>
              </a:defRPr>
            </a:lvl3pPr>
            <a:lvl4pPr marL="202311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4pPr>
            <a:lvl5pPr marL="269748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5pPr>
            <a:lvl6pPr marL="33718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6pPr>
            <a:lvl7pPr marL="404622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7pPr>
            <a:lvl8pPr marL="472059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8pPr>
            <a:lvl9pPr marL="539496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692797"/>
            <a:ext cx="9179798" cy="641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692797"/>
            <a:ext cx="9179798" cy="641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5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38560"/>
            <a:ext cx="18629590" cy="19552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479716"/>
            <a:ext cx="9137611" cy="1215270"/>
          </a:xfrm>
        </p:spPr>
        <p:txBody>
          <a:bodyPr anchor="b"/>
          <a:lstStyle>
            <a:lvl1pPr marL="0" indent="0">
              <a:buNone/>
              <a:defRPr sz="3540" b="1"/>
            </a:lvl1pPr>
            <a:lvl2pPr marL="674370" indent="0">
              <a:buNone/>
              <a:defRPr sz="2950" b="1"/>
            </a:lvl2pPr>
            <a:lvl3pPr marL="1348740" indent="0">
              <a:buNone/>
              <a:defRPr sz="2655" b="1"/>
            </a:lvl3pPr>
            <a:lvl4pPr marL="2023110" indent="0">
              <a:buNone/>
              <a:defRPr sz="2360" b="1"/>
            </a:lvl4pPr>
            <a:lvl5pPr marL="2697480" indent="0">
              <a:buNone/>
              <a:defRPr sz="2360" b="1"/>
            </a:lvl5pPr>
            <a:lvl6pPr marL="3371850" indent="0">
              <a:buNone/>
              <a:defRPr sz="2360" b="1"/>
            </a:lvl6pPr>
            <a:lvl7pPr marL="4046220" indent="0">
              <a:buNone/>
              <a:defRPr sz="2360" b="1"/>
            </a:lvl7pPr>
            <a:lvl8pPr marL="4720590" indent="0">
              <a:buNone/>
              <a:defRPr sz="2360" b="1"/>
            </a:lvl8pPr>
            <a:lvl9pPr marL="5394960" indent="0">
              <a:buNone/>
              <a:defRPr sz="2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694986"/>
            <a:ext cx="9137611" cy="5434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479716"/>
            <a:ext cx="9182611" cy="1215270"/>
          </a:xfrm>
        </p:spPr>
        <p:txBody>
          <a:bodyPr anchor="b"/>
          <a:lstStyle>
            <a:lvl1pPr marL="0" indent="0">
              <a:buNone/>
              <a:defRPr sz="3540" b="1"/>
            </a:lvl1pPr>
            <a:lvl2pPr marL="674370" indent="0">
              <a:buNone/>
              <a:defRPr sz="2950" b="1"/>
            </a:lvl2pPr>
            <a:lvl3pPr marL="1348740" indent="0">
              <a:buNone/>
              <a:defRPr sz="2655" b="1"/>
            </a:lvl3pPr>
            <a:lvl4pPr marL="2023110" indent="0">
              <a:buNone/>
              <a:defRPr sz="2360" b="1"/>
            </a:lvl4pPr>
            <a:lvl5pPr marL="2697480" indent="0">
              <a:buNone/>
              <a:defRPr sz="2360" b="1"/>
            </a:lvl5pPr>
            <a:lvl6pPr marL="3371850" indent="0">
              <a:buNone/>
              <a:defRPr sz="2360" b="1"/>
            </a:lvl6pPr>
            <a:lvl7pPr marL="4046220" indent="0">
              <a:buNone/>
              <a:defRPr sz="2360" b="1"/>
            </a:lvl7pPr>
            <a:lvl8pPr marL="4720590" indent="0">
              <a:buNone/>
              <a:defRPr sz="2360" b="1"/>
            </a:lvl8pPr>
            <a:lvl9pPr marL="5394960" indent="0">
              <a:buNone/>
              <a:defRPr sz="2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694986"/>
            <a:ext cx="9182611" cy="5434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95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7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4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74370"/>
            <a:ext cx="6966408" cy="2360295"/>
          </a:xfrm>
        </p:spPr>
        <p:txBody>
          <a:bodyPr anchor="b"/>
          <a:lstStyle>
            <a:lvl1pPr>
              <a:defRPr sz="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456453"/>
            <a:ext cx="10934760" cy="7188597"/>
          </a:xfrm>
        </p:spPr>
        <p:txBody>
          <a:bodyPr/>
          <a:lstStyle>
            <a:lvl1pPr>
              <a:defRPr sz="4720"/>
            </a:lvl1pPr>
            <a:lvl2pPr>
              <a:defRPr sz="4130"/>
            </a:lvl2pPr>
            <a:lvl3pPr>
              <a:defRPr sz="3540"/>
            </a:lvl3pPr>
            <a:lvl4pPr>
              <a:defRPr sz="2950"/>
            </a:lvl4pPr>
            <a:lvl5pPr>
              <a:defRPr sz="2950"/>
            </a:lvl5pPr>
            <a:lvl6pPr>
              <a:defRPr sz="2950"/>
            </a:lvl6pPr>
            <a:lvl7pPr>
              <a:defRPr sz="2950"/>
            </a:lvl7pPr>
            <a:lvl8pPr>
              <a:defRPr sz="2950"/>
            </a:lvl8pPr>
            <a:lvl9pPr>
              <a:defRPr sz="2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034665"/>
            <a:ext cx="6966408" cy="5622092"/>
          </a:xfrm>
        </p:spPr>
        <p:txBody>
          <a:bodyPr/>
          <a:lstStyle>
            <a:lvl1pPr marL="0" indent="0">
              <a:buNone/>
              <a:defRPr sz="2360"/>
            </a:lvl1pPr>
            <a:lvl2pPr marL="674370" indent="0">
              <a:buNone/>
              <a:defRPr sz="2065"/>
            </a:lvl2pPr>
            <a:lvl3pPr marL="1348740" indent="0">
              <a:buNone/>
              <a:defRPr sz="1770"/>
            </a:lvl3pPr>
            <a:lvl4pPr marL="2023110" indent="0">
              <a:buNone/>
              <a:defRPr sz="1475"/>
            </a:lvl4pPr>
            <a:lvl5pPr marL="2697480" indent="0">
              <a:buNone/>
              <a:defRPr sz="1475"/>
            </a:lvl5pPr>
            <a:lvl6pPr marL="3371850" indent="0">
              <a:buNone/>
              <a:defRPr sz="1475"/>
            </a:lvl6pPr>
            <a:lvl7pPr marL="4046220" indent="0">
              <a:buNone/>
              <a:defRPr sz="1475"/>
            </a:lvl7pPr>
            <a:lvl8pPr marL="4720590" indent="0">
              <a:buNone/>
              <a:defRPr sz="1475"/>
            </a:lvl8pPr>
            <a:lvl9pPr marL="5394960" indent="0">
              <a:buNone/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81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74370"/>
            <a:ext cx="6966408" cy="2360295"/>
          </a:xfrm>
        </p:spPr>
        <p:txBody>
          <a:bodyPr anchor="b"/>
          <a:lstStyle>
            <a:lvl1pPr>
              <a:defRPr sz="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456453"/>
            <a:ext cx="10934760" cy="7188597"/>
          </a:xfrm>
        </p:spPr>
        <p:txBody>
          <a:bodyPr anchor="t"/>
          <a:lstStyle>
            <a:lvl1pPr marL="0" indent="0">
              <a:buNone/>
              <a:defRPr sz="4720"/>
            </a:lvl1pPr>
            <a:lvl2pPr marL="674370" indent="0">
              <a:buNone/>
              <a:defRPr sz="4130"/>
            </a:lvl2pPr>
            <a:lvl3pPr marL="1348740" indent="0">
              <a:buNone/>
              <a:defRPr sz="3540"/>
            </a:lvl3pPr>
            <a:lvl4pPr marL="2023110" indent="0">
              <a:buNone/>
              <a:defRPr sz="2950"/>
            </a:lvl4pPr>
            <a:lvl5pPr marL="2697480" indent="0">
              <a:buNone/>
              <a:defRPr sz="2950"/>
            </a:lvl5pPr>
            <a:lvl6pPr marL="3371850" indent="0">
              <a:buNone/>
              <a:defRPr sz="2950"/>
            </a:lvl6pPr>
            <a:lvl7pPr marL="4046220" indent="0">
              <a:buNone/>
              <a:defRPr sz="2950"/>
            </a:lvl7pPr>
            <a:lvl8pPr marL="4720590" indent="0">
              <a:buNone/>
              <a:defRPr sz="2950"/>
            </a:lvl8pPr>
            <a:lvl9pPr marL="5394960" indent="0">
              <a:buNone/>
              <a:defRPr sz="29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034665"/>
            <a:ext cx="6966408" cy="5622092"/>
          </a:xfrm>
        </p:spPr>
        <p:txBody>
          <a:bodyPr/>
          <a:lstStyle>
            <a:lvl1pPr marL="0" indent="0">
              <a:buNone/>
              <a:defRPr sz="2360"/>
            </a:lvl1pPr>
            <a:lvl2pPr marL="674370" indent="0">
              <a:buNone/>
              <a:defRPr sz="2065"/>
            </a:lvl2pPr>
            <a:lvl3pPr marL="1348740" indent="0">
              <a:buNone/>
              <a:defRPr sz="1770"/>
            </a:lvl3pPr>
            <a:lvl4pPr marL="2023110" indent="0">
              <a:buNone/>
              <a:defRPr sz="1475"/>
            </a:lvl4pPr>
            <a:lvl5pPr marL="2697480" indent="0">
              <a:buNone/>
              <a:defRPr sz="1475"/>
            </a:lvl5pPr>
            <a:lvl6pPr marL="3371850" indent="0">
              <a:buNone/>
              <a:defRPr sz="1475"/>
            </a:lvl6pPr>
            <a:lvl7pPr marL="4046220" indent="0">
              <a:buNone/>
              <a:defRPr sz="1475"/>
            </a:lvl7pPr>
            <a:lvl8pPr marL="4720590" indent="0">
              <a:buNone/>
              <a:defRPr sz="1475"/>
            </a:lvl8pPr>
            <a:lvl9pPr marL="5394960" indent="0">
              <a:buNone/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8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853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38559"/>
            <a:ext cx="4657398" cy="85724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38559"/>
            <a:ext cx="13702199" cy="85724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7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38560"/>
            <a:ext cx="18629590" cy="195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692797"/>
            <a:ext cx="18629590" cy="6418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9375617"/>
            <a:ext cx="4859893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9375617"/>
            <a:ext cx="7289840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9375617"/>
            <a:ext cx="4859893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6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48740" rtl="0" eaLnBrk="1" latinLnBrk="0" hangingPunct="1">
        <a:lnSpc>
          <a:spcPct val="90000"/>
        </a:lnSpc>
        <a:spcBef>
          <a:spcPct val="0"/>
        </a:spcBef>
        <a:buNone/>
        <a:defRPr sz="64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185" indent="-337185" algn="l" defTabSz="1348740" rtl="0" eaLnBrk="1" latinLnBrk="0" hangingPunct="1">
        <a:lnSpc>
          <a:spcPct val="90000"/>
        </a:lnSpc>
        <a:spcBef>
          <a:spcPts val="1475"/>
        </a:spcBef>
        <a:buFont typeface="Arial" panose="020B0604020202020204" pitchFamily="34" charset="0"/>
        <a:buChar char="•"/>
        <a:defRPr sz="4130" kern="1200">
          <a:solidFill>
            <a:schemeClr val="tx1"/>
          </a:solidFill>
          <a:latin typeface="+mn-lt"/>
          <a:ea typeface="+mn-ea"/>
          <a:cs typeface="+mn-cs"/>
        </a:defRPr>
      </a:lvl1pPr>
      <a:lvl2pPr marL="101155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0" kern="1200">
          <a:solidFill>
            <a:schemeClr val="tx1"/>
          </a:solidFill>
          <a:latin typeface="+mn-lt"/>
          <a:ea typeface="+mn-ea"/>
          <a:cs typeface="+mn-cs"/>
        </a:defRPr>
      </a:lvl2pPr>
      <a:lvl3pPr marL="168592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0" kern="1200">
          <a:solidFill>
            <a:schemeClr val="tx1"/>
          </a:solidFill>
          <a:latin typeface="+mn-lt"/>
          <a:ea typeface="+mn-ea"/>
          <a:cs typeface="+mn-cs"/>
        </a:defRPr>
      </a:lvl3pPr>
      <a:lvl4pPr marL="236029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4pPr>
      <a:lvl5pPr marL="303466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5pPr>
      <a:lvl6pPr marL="370903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6pPr>
      <a:lvl7pPr marL="438340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7pPr>
      <a:lvl8pPr marL="505777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8pPr>
      <a:lvl9pPr marL="573214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7437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2pPr>
      <a:lvl3pPr marL="134874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3pPr>
      <a:lvl4pPr marL="202311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4pPr>
      <a:lvl5pPr marL="269748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5pPr>
      <a:lvl6pPr marL="337185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6pPr>
      <a:lvl7pPr marL="404622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7pPr>
      <a:lvl8pPr marL="472059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8pPr>
      <a:lvl9pPr marL="539496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963247BA-748A-4118-84B2-D11A52F5B3DA}"/>
              </a:ext>
            </a:extLst>
          </p:cNvPr>
          <p:cNvSpPr/>
          <p:nvPr/>
        </p:nvSpPr>
        <p:spPr>
          <a:xfrm>
            <a:off x="6361301" y="1283010"/>
            <a:ext cx="4596364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Modes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A7B076D-C5A6-432D-8E6A-7A64817329FC}"/>
              </a:ext>
            </a:extLst>
          </p:cNvPr>
          <p:cNvSpPr/>
          <p:nvPr/>
        </p:nvSpPr>
        <p:spPr>
          <a:xfrm>
            <a:off x="11264799" y="1288796"/>
            <a:ext cx="3080834" cy="5209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Specs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7CBF882-3C88-4375-847A-1F95DA2C45E4}"/>
              </a:ext>
            </a:extLst>
          </p:cNvPr>
          <p:cNvSpPr/>
          <p:nvPr/>
        </p:nvSpPr>
        <p:spPr>
          <a:xfrm>
            <a:off x="18043503" y="1238003"/>
            <a:ext cx="3088099" cy="52097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Schematics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8F42E0A-0F8C-4433-989E-738C099A23FC}"/>
              </a:ext>
            </a:extLst>
          </p:cNvPr>
          <p:cNvSpPr/>
          <p:nvPr/>
        </p:nvSpPr>
        <p:spPr>
          <a:xfrm>
            <a:off x="448474" y="4003139"/>
            <a:ext cx="10509191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B9746C0-880C-4B3D-B6BE-4D82BB5377F8}"/>
              </a:ext>
            </a:extLst>
          </p:cNvPr>
          <p:cNvSpPr/>
          <p:nvPr/>
        </p:nvSpPr>
        <p:spPr>
          <a:xfrm>
            <a:off x="448474" y="1307457"/>
            <a:ext cx="5710258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Connectivity UI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E4D9BE8-249A-4347-A70A-A9217AAFF4E3}"/>
              </a:ext>
            </a:extLst>
          </p:cNvPr>
          <p:cNvSpPr/>
          <p:nvPr/>
        </p:nvSpPr>
        <p:spPr>
          <a:xfrm>
            <a:off x="4694096" y="1861040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 Connection Dialog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201EF91-6560-474F-BA8F-0BCD90583BAE}"/>
              </a:ext>
            </a:extLst>
          </p:cNvPr>
          <p:cNvSpPr/>
          <p:nvPr/>
        </p:nvSpPr>
        <p:spPr>
          <a:xfrm>
            <a:off x="3376678" y="1861040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Port Connection Dialog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19552E-919A-4736-B608-0CB473A6FE15}"/>
              </a:ext>
            </a:extLst>
          </p:cNvPr>
          <p:cNvSpPr/>
          <p:nvPr/>
        </p:nvSpPr>
        <p:spPr>
          <a:xfrm>
            <a:off x="1409483" y="282229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Pin Tree View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A0B8C7C-98E7-4314-BA4E-AD32012E2CD5}"/>
              </a:ext>
            </a:extLst>
          </p:cNvPr>
          <p:cNvSpPr/>
          <p:nvPr/>
        </p:nvSpPr>
        <p:spPr>
          <a:xfrm>
            <a:off x="2690276" y="282229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 Pin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Tree View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3390DA6-D6B2-4A45-B016-4B5D18D1FE9A}"/>
              </a:ext>
            </a:extLst>
          </p:cNvPr>
          <p:cNvSpPr/>
          <p:nvPr/>
        </p:nvSpPr>
        <p:spPr>
          <a:xfrm>
            <a:off x="716741" y="186103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Pugin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7569FE3-0714-4E8A-99AC-F7DF83B32122}"/>
              </a:ext>
            </a:extLst>
          </p:cNvPr>
          <p:cNvSpPr/>
          <p:nvPr/>
        </p:nvSpPr>
        <p:spPr>
          <a:xfrm>
            <a:off x="1981833" y="1861040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Cables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Pugin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E63E27B-E673-4D2A-92E4-B8E8A90B0EC5}"/>
              </a:ext>
            </a:extLst>
          </p:cNvPr>
          <p:cNvSpPr/>
          <p:nvPr/>
        </p:nvSpPr>
        <p:spPr>
          <a:xfrm>
            <a:off x="3971068" y="2815757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Conduit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Pin Tree View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22E5870-74CE-4994-94D1-1CF154093FC3}"/>
              </a:ext>
            </a:extLst>
          </p:cNvPr>
          <p:cNvSpPr/>
          <p:nvPr/>
        </p:nvSpPr>
        <p:spPr>
          <a:xfrm>
            <a:off x="3181986" y="4597754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Conduit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F4EFE47-5708-415A-AB47-5CC8644D7E0C}"/>
              </a:ext>
            </a:extLst>
          </p:cNvPr>
          <p:cNvSpPr/>
          <p:nvPr/>
        </p:nvSpPr>
        <p:spPr>
          <a:xfrm>
            <a:off x="4385346" y="459557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54850C7-7629-4E21-BEC0-7C5FC32FE139}"/>
              </a:ext>
            </a:extLst>
          </p:cNvPr>
          <p:cNvSpPr/>
          <p:nvPr/>
        </p:nvSpPr>
        <p:spPr>
          <a:xfrm>
            <a:off x="1915841" y="4598846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C25A227-D0B8-48E2-B66C-E60CBFF1B154}"/>
              </a:ext>
            </a:extLst>
          </p:cNvPr>
          <p:cNvSpPr/>
          <p:nvPr/>
        </p:nvSpPr>
        <p:spPr>
          <a:xfrm>
            <a:off x="695738" y="459557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E0A562-2F8F-4937-9581-323627D30081}"/>
              </a:ext>
            </a:extLst>
          </p:cNvPr>
          <p:cNvSpPr/>
          <p:nvPr/>
        </p:nvSpPr>
        <p:spPr>
          <a:xfrm>
            <a:off x="5588706" y="4606405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Connection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3A14402-3A53-4F66-B7D3-4F2E6674B23A}"/>
              </a:ext>
            </a:extLst>
          </p:cNvPr>
          <p:cNvSpPr/>
          <p:nvPr/>
        </p:nvSpPr>
        <p:spPr>
          <a:xfrm>
            <a:off x="6821366" y="459557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Circuit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B64D80B-9840-496D-8FA1-59C7986AC77A}"/>
              </a:ext>
            </a:extLst>
          </p:cNvPr>
          <p:cNvSpPr/>
          <p:nvPr/>
        </p:nvSpPr>
        <p:spPr>
          <a:xfrm>
            <a:off x="3827616" y="5563291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Comms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DS API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5AED64B-11C9-4F08-BF0B-8A83A095E6E4}"/>
              </a:ext>
            </a:extLst>
          </p:cNvPr>
          <p:cNvSpPr/>
          <p:nvPr/>
        </p:nvSpPr>
        <p:spPr>
          <a:xfrm>
            <a:off x="9563446" y="4606405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Display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8288251-B27A-4232-9091-697E9550E3D3}"/>
              </a:ext>
            </a:extLst>
          </p:cNvPr>
          <p:cNvSpPr/>
          <p:nvPr/>
        </p:nvSpPr>
        <p:spPr>
          <a:xfrm>
            <a:off x="6602118" y="186103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 Mode Plugin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629CE62-A1A3-4E10-A573-7A6A6F99ADF0}"/>
              </a:ext>
            </a:extLst>
          </p:cNvPr>
          <p:cNvSpPr/>
          <p:nvPr/>
        </p:nvSpPr>
        <p:spPr>
          <a:xfrm>
            <a:off x="7952410" y="186103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 Mode Plugin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A2E5714-3A8E-4FB4-AF21-5996D4780A30}"/>
              </a:ext>
            </a:extLst>
          </p:cNvPr>
          <p:cNvSpPr/>
          <p:nvPr/>
        </p:nvSpPr>
        <p:spPr>
          <a:xfrm>
            <a:off x="6573102" y="2815401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 Palette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AB8D96D-2C21-44C9-A786-BA1B25CCBB72}"/>
              </a:ext>
            </a:extLst>
          </p:cNvPr>
          <p:cNvSpPr/>
          <p:nvPr/>
        </p:nvSpPr>
        <p:spPr>
          <a:xfrm>
            <a:off x="7952410" y="2821883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 Palette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CCEA560-B7B0-4BAA-9FBE-B28BD14E2191}"/>
              </a:ext>
            </a:extLst>
          </p:cNvPr>
          <p:cNvSpPr/>
          <p:nvPr/>
        </p:nvSpPr>
        <p:spPr>
          <a:xfrm>
            <a:off x="9331718" y="2821883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Tools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Palette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8FFF78C-4DD8-4D6F-9C6B-83E4FA99B7B4}"/>
              </a:ext>
            </a:extLst>
          </p:cNvPr>
          <p:cNvSpPr/>
          <p:nvPr/>
        </p:nvSpPr>
        <p:spPr>
          <a:xfrm>
            <a:off x="11504290" y="191951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Spec Manager Dialog Plugin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EF02D34-CF5A-4C8A-8CF3-003EA854B8D5}"/>
              </a:ext>
            </a:extLst>
          </p:cNvPr>
          <p:cNvSpPr/>
          <p:nvPr/>
        </p:nvSpPr>
        <p:spPr>
          <a:xfrm>
            <a:off x="12988842" y="191951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Spec Chooser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7E054F0-AE16-45DD-AA1B-79DCEF6D1054}"/>
              </a:ext>
            </a:extLst>
          </p:cNvPr>
          <p:cNvSpPr/>
          <p:nvPr/>
        </p:nvSpPr>
        <p:spPr>
          <a:xfrm>
            <a:off x="11504290" y="2746453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Spec Manager Dialog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4C292E-BE81-49F3-B65C-69E28CC87365}"/>
              </a:ext>
            </a:extLst>
          </p:cNvPr>
          <p:cNvSpPr/>
          <p:nvPr/>
        </p:nvSpPr>
        <p:spPr>
          <a:xfrm>
            <a:off x="11672230" y="4606405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Spec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Plugn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4FBDFE2-F728-496E-9A6F-2C35667058E8}"/>
              </a:ext>
            </a:extLst>
          </p:cNvPr>
          <p:cNvSpPr/>
          <p:nvPr/>
        </p:nvSpPr>
        <p:spPr>
          <a:xfrm>
            <a:off x="12292427" y="5425101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Fiber Color Engine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7E0C36A-B13F-459C-B7F3-E9FFB5456834}"/>
              </a:ext>
            </a:extLst>
          </p:cNvPr>
          <p:cNvSpPr/>
          <p:nvPr/>
        </p:nvSpPr>
        <p:spPr>
          <a:xfrm>
            <a:off x="14647064" y="1288797"/>
            <a:ext cx="3080834" cy="52097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C1C9EE3-EE3C-4D44-9F1F-0512F0203635}"/>
              </a:ext>
            </a:extLst>
          </p:cNvPr>
          <p:cNvSpPr/>
          <p:nvPr/>
        </p:nvSpPr>
        <p:spPr>
          <a:xfrm>
            <a:off x="14877602" y="189317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Comms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Delta Owner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E03295F-38D7-4EFA-B2E3-35F72B4C8848}"/>
              </a:ext>
            </a:extLst>
          </p:cNvPr>
          <p:cNvSpPr/>
          <p:nvPr/>
        </p:nvSpPr>
        <p:spPr>
          <a:xfrm>
            <a:off x="16136950" y="1920951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Validation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455D84B-D64E-498B-9650-9FA00FFA2C70}"/>
              </a:ext>
            </a:extLst>
          </p:cNvPr>
          <p:cNvSpPr/>
          <p:nvPr/>
        </p:nvSpPr>
        <p:spPr>
          <a:xfrm>
            <a:off x="16298195" y="4639336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Design Rules Engine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C63EAB5-ACCC-4463-84B8-625667CBAF21}"/>
              </a:ext>
            </a:extLst>
          </p:cNvPr>
          <p:cNvSpPr/>
          <p:nvPr/>
        </p:nvSpPr>
        <p:spPr>
          <a:xfrm>
            <a:off x="16232070" y="5521025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Design Rule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CD18A79-A56B-4F6C-91CE-7CBEDE4830BE}"/>
              </a:ext>
            </a:extLst>
          </p:cNvPr>
          <p:cNvSpPr/>
          <p:nvPr/>
        </p:nvSpPr>
        <p:spPr>
          <a:xfrm>
            <a:off x="15537835" y="2847533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Validation 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Dialog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3A187C48-4753-4F59-A53D-60BBBC8E0862}"/>
              </a:ext>
            </a:extLst>
          </p:cNvPr>
          <p:cNvSpPr/>
          <p:nvPr/>
        </p:nvSpPr>
        <p:spPr>
          <a:xfrm>
            <a:off x="9357418" y="186103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Tools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  Mode Plugin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AB2DDDA-D6EA-4AFF-AF5B-4B73F57AFD62}"/>
              </a:ext>
            </a:extLst>
          </p:cNvPr>
          <p:cNvSpPr/>
          <p:nvPr/>
        </p:nvSpPr>
        <p:spPr>
          <a:xfrm>
            <a:off x="19005156" y="1919518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Schematics Plugin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B10B9E9-B24A-484E-992A-B20CC280CE3F}"/>
              </a:ext>
            </a:extLst>
          </p:cNvPr>
          <p:cNvSpPr/>
          <p:nvPr/>
        </p:nvSpPr>
        <p:spPr>
          <a:xfrm>
            <a:off x="18272209" y="2887996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Schematic Control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AD23D382-67EF-4AE9-AED9-01E45C14776C}"/>
              </a:ext>
            </a:extLst>
          </p:cNvPr>
          <p:cNvSpPr/>
          <p:nvPr/>
        </p:nvSpPr>
        <p:spPr>
          <a:xfrm>
            <a:off x="12434761" y="5504146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Fiber Color Engine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1088CA4-418C-4106-BBB2-726066F30A5F}"/>
              </a:ext>
            </a:extLst>
          </p:cNvPr>
          <p:cNvSpPr/>
          <p:nvPr/>
        </p:nvSpPr>
        <p:spPr>
          <a:xfrm>
            <a:off x="12577095" y="5603423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Fiber Color Engine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497382DA-875F-4206-A334-D3AB9B8CC577}"/>
              </a:ext>
            </a:extLst>
          </p:cNvPr>
          <p:cNvSpPr/>
          <p:nvPr/>
        </p:nvSpPr>
        <p:spPr>
          <a:xfrm>
            <a:off x="14935188" y="5542010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Integrity Error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497E2469-5426-4FA7-98D7-EDB45C92C9D1}"/>
              </a:ext>
            </a:extLst>
          </p:cNvPr>
          <p:cNvSpPr/>
          <p:nvPr/>
        </p:nvSpPr>
        <p:spPr>
          <a:xfrm>
            <a:off x="16356940" y="5608866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Design Rule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0E3EB557-2C95-4F1E-926E-B89CF86BC012}"/>
              </a:ext>
            </a:extLst>
          </p:cNvPr>
          <p:cNvSpPr/>
          <p:nvPr/>
        </p:nvSpPr>
        <p:spPr>
          <a:xfrm>
            <a:off x="16514340" y="5696707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Design Rule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528A996B-6A32-4213-8618-A971FAF16125}"/>
              </a:ext>
            </a:extLst>
          </p:cNvPr>
          <p:cNvSpPr/>
          <p:nvPr/>
        </p:nvSpPr>
        <p:spPr>
          <a:xfrm>
            <a:off x="19562886" y="2887996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Schematic Mode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709C5E59-90AE-48B9-94A5-66C40604CC1F}"/>
              </a:ext>
            </a:extLst>
          </p:cNvPr>
          <p:cNvSpPr/>
          <p:nvPr/>
        </p:nvSpPr>
        <p:spPr>
          <a:xfrm>
            <a:off x="18205611" y="4624360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Pin Trace Schematic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30B57A7A-9392-41E1-95D2-CD0CC313858E}"/>
              </a:ext>
            </a:extLst>
          </p:cNvPr>
          <p:cNvSpPr/>
          <p:nvPr/>
        </p:nvSpPr>
        <p:spPr>
          <a:xfrm>
            <a:off x="19697059" y="462435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Connectivity Schematic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0F35F10-3154-4058-BEEE-E19A36C7C18E}"/>
              </a:ext>
            </a:extLst>
          </p:cNvPr>
          <p:cNvSpPr/>
          <p:nvPr/>
        </p:nvSpPr>
        <p:spPr>
          <a:xfrm>
            <a:off x="6294453" y="8271340"/>
            <a:ext cx="9707423" cy="612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>
                <a:solidFill>
                  <a:schemeClr val="tx1"/>
                </a:solidFill>
              </a:rPr>
              <a:t>Network Manager: Major Client Classes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233C226-AD53-4B69-BB58-8C83106ADB90}"/>
              </a:ext>
            </a:extLst>
          </p:cNvPr>
          <p:cNvGrpSpPr/>
          <p:nvPr/>
        </p:nvGrpSpPr>
        <p:grpSpPr>
          <a:xfrm>
            <a:off x="7753299" y="5416228"/>
            <a:ext cx="4194629" cy="2463279"/>
            <a:chOff x="7095870" y="4631873"/>
            <a:chExt cx="4194629" cy="2463279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9CF23A1-EE00-4DB1-8E5C-E3905D95CF02}"/>
                </a:ext>
              </a:extLst>
            </p:cNvPr>
            <p:cNvSpPr/>
            <p:nvPr/>
          </p:nvSpPr>
          <p:spPr>
            <a:xfrm>
              <a:off x="7095870" y="4631873"/>
              <a:ext cx="4194629" cy="234791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t" anchorCtr="0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203F9B1-0721-40E3-9921-29D8FE5A0402}"/>
                </a:ext>
              </a:extLst>
            </p:cNvPr>
            <p:cNvSpPr/>
            <p:nvPr/>
          </p:nvSpPr>
          <p:spPr>
            <a:xfrm>
              <a:off x="7276856" y="4800165"/>
              <a:ext cx="3832655" cy="22949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t" anchorCtr="0"/>
            <a:lstStyle/>
            <a:p>
              <a:pPr algn="ctr"/>
              <a:r>
                <a:rPr lang="en-GB">
                  <a:solidFill>
                    <a:schemeClr val="tx1"/>
                  </a:solidFill>
                </a:rPr>
                <a:t>Models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EF98E87A-C2C8-4F90-9452-F607964D7F45}"/>
                </a:ext>
              </a:extLst>
            </p:cNvPr>
            <p:cNvSpPr/>
            <p:nvPr/>
          </p:nvSpPr>
          <p:spPr>
            <a:xfrm>
              <a:off x="8628420" y="5343409"/>
              <a:ext cx="1115460" cy="6272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Feature Model Loader </a:t>
              </a: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E714E3FA-438F-47C5-867C-4B5E578A5FAA}"/>
                </a:ext>
              </a:extLst>
            </p:cNvPr>
            <p:cNvSpPr/>
            <p:nvPr/>
          </p:nvSpPr>
          <p:spPr>
            <a:xfrm>
              <a:off x="7865251" y="6123433"/>
              <a:ext cx="913142" cy="4258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Circuit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896071E6-81DD-406E-876F-6CE62655D51E}"/>
                </a:ext>
              </a:extLst>
            </p:cNvPr>
            <p:cNvSpPr/>
            <p:nvPr/>
          </p:nvSpPr>
          <p:spPr>
            <a:xfrm>
              <a:off x="8017651" y="6275833"/>
              <a:ext cx="913142" cy="4258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Conduit</a:t>
              </a: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468980CB-144D-40CD-9CAC-9993787D3CF5}"/>
                </a:ext>
              </a:extLst>
            </p:cNvPr>
            <p:cNvSpPr/>
            <p:nvPr/>
          </p:nvSpPr>
          <p:spPr>
            <a:xfrm>
              <a:off x="8170051" y="6428233"/>
              <a:ext cx="913142" cy="42586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Cable</a:t>
              </a: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AD9BE19-B392-413A-8266-77579575B767}"/>
                </a:ext>
              </a:extLst>
            </p:cNvPr>
            <p:cNvSpPr/>
            <p:nvPr/>
          </p:nvSpPr>
          <p:spPr>
            <a:xfrm>
              <a:off x="9551820" y="6208730"/>
              <a:ext cx="1056256" cy="4916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Cable Editor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5A75A222-CC7C-4280-9A6C-6317E1D1E4DE}"/>
                </a:ext>
              </a:extLst>
            </p:cNvPr>
            <p:cNvSpPr/>
            <p:nvPr/>
          </p:nvSpPr>
          <p:spPr>
            <a:xfrm>
              <a:off x="9695658" y="6348541"/>
              <a:ext cx="1056256" cy="4916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</a:rPr>
                <a:t>Cable Editor</a:t>
              </a:r>
            </a:p>
          </p:txBody>
        </p:sp>
      </p:grp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5D0C8EA2-6E52-46DE-A70E-C703441E489B}"/>
              </a:ext>
            </a:extLst>
          </p:cNvPr>
          <p:cNvSpPr/>
          <p:nvPr/>
        </p:nvSpPr>
        <p:spPr>
          <a:xfrm>
            <a:off x="19672436" y="3702044"/>
            <a:ext cx="1115460" cy="4094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Schematic Item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DAFF785A-37DF-4CD0-831D-F8B12B7A6479}"/>
              </a:ext>
            </a:extLst>
          </p:cNvPr>
          <p:cNvSpPr/>
          <p:nvPr/>
        </p:nvSpPr>
        <p:spPr>
          <a:xfrm>
            <a:off x="18374806" y="5398688"/>
            <a:ext cx="807470" cy="3216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68AB184-A456-4B8A-8374-3838BDCD2D90}"/>
              </a:ext>
            </a:extLst>
          </p:cNvPr>
          <p:cNvSpPr/>
          <p:nvPr/>
        </p:nvSpPr>
        <p:spPr>
          <a:xfrm>
            <a:off x="18528801" y="5585923"/>
            <a:ext cx="807470" cy="3216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462D0EB-B9C0-4061-989D-774CB6530A47}"/>
              </a:ext>
            </a:extLst>
          </p:cNvPr>
          <p:cNvSpPr/>
          <p:nvPr/>
        </p:nvSpPr>
        <p:spPr>
          <a:xfrm>
            <a:off x="19899904" y="5398688"/>
            <a:ext cx="807470" cy="3216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0BB3C08A-736F-4CB6-954C-9C6C176216D1}"/>
              </a:ext>
            </a:extLst>
          </p:cNvPr>
          <p:cNvSpPr/>
          <p:nvPr/>
        </p:nvSpPr>
        <p:spPr>
          <a:xfrm>
            <a:off x="20005049" y="5571750"/>
            <a:ext cx="807470" cy="3216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Link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A9BD814-3DCA-4724-A016-3B23EBBF9AB6}"/>
              </a:ext>
            </a:extLst>
          </p:cNvPr>
          <p:cNvCxnSpPr/>
          <p:nvPr/>
        </p:nvCxnSpPr>
        <p:spPr>
          <a:xfrm>
            <a:off x="4403416" y="6380864"/>
            <a:ext cx="0" cy="67932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B7F85-5A9A-403D-98EB-0FB9E8223612}"/>
              </a:ext>
            </a:extLst>
          </p:cNvPr>
          <p:cNvSpPr/>
          <p:nvPr/>
        </p:nvSpPr>
        <p:spPr>
          <a:xfrm>
            <a:off x="3659534" y="7238918"/>
            <a:ext cx="1487763" cy="365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Comms REST Requests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24F2736-AC55-4CC3-B982-92DE184C22D6}"/>
              </a:ext>
            </a:extLst>
          </p:cNvPr>
          <p:cNvSpPr/>
          <p:nvPr/>
        </p:nvSpPr>
        <p:spPr>
          <a:xfrm>
            <a:off x="8338808" y="459467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Name Manager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Plugin</a:t>
            </a:r>
          </a:p>
        </p:txBody>
      </p:sp>
    </p:spTree>
    <p:extLst>
      <p:ext uri="{BB962C8B-B14F-4D97-AF65-F5344CB8AC3E}">
        <p14:creationId xmlns:p14="http://schemas.microsoft.com/office/powerpoint/2010/main" val="417839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171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trmayo103@gmail.com</dc:creator>
  <cp:lastModifiedBy>trmayo103@gmail.com</cp:lastModifiedBy>
  <cp:revision>10</cp:revision>
  <dcterms:created xsi:type="dcterms:W3CDTF">2020-12-28T10:44:43Z</dcterms:created>
  <dcterms:modified xsi:type="dcterms:W3CDTF">2020-12-28T12:19:09Z</dcterms:modified>
</cp:coreProperties>
</file>