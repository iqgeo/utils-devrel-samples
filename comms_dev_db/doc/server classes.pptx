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21599525" cy="101155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70" autoAdjust="0"/>
    <p:restoredTop sz="94660"/>
  </p:normalViewPr>
  <p:slideViewPr>
    <p:cSldViewPr snapToGrid="0">
      <p:cViewPr varScale="1">
        <p:scale>
          <a:sx n="70" d="100"/>
          <a:sy n="70" d="100"/>
        </p:scale>
        <p:origin x="9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41" y="1655485"/>
            <a:ext cx="16199644" cy="3521710"/>
          </a:xfrm>
        </p:spPr>
        <p:txBody>
          <a:bodyPr anchor="b"/>
          <a:lstStyle>
            <a:lvl1pPr algn="ctr">
              <a:defRPr sz="88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5313006"/>
            <a:ext cx="16199644" cy="2442249"/>
          </a:xfrm>
        </p:spPr>
        <p:txBody>
          <a:bodyPr/>
          <a:lstStyle>
            <a:lvl1pPr marL="0" indent="0" algn="ctr">
              <a:buNone/>
              <a:defRPr sz="3540"/>
            </a:lvl1pPr>
            <a:lvl2pPr marL="674370" indent="0" algn="ctr">
              <a:buNone/>
              <a:defRPr sz="2950"/>
            </a:lvl2pPr>
            <a:lvl3pPr marL="1348740" indent="0" algn="ctr">
              <a:buNone/>
              <a:defRPr sz="2655"/>
            </a:lvl3pPr>
            <a:lvl4pPr marL="2023110" indent="0" algn="ctr">
              <a:buNone/>
              <a:defRPr sz="2360"/>
            </a:lvl4pPr>
            <a:lvl5pPr marL="2697480" indent="0" algn="ctr">
              <a:buNone/>
              <a:defRPr sz="2360"/>
            </a:lvl5pPr>
            <a:lvl6pPr marL="3371850" indent="0" algn="ctr">
              <a:buNone/>
              <a:defRPr sz="2360"/>
            </a:lvl6pPr>
            <a:lvl7pPr marL="4046220" indent="0" algn="ctr">
              <a:buNone/>
              <a:defRPr sz="2360"/>
            </a:lvl7pPr>
            <a:lvl8pPr marL="4720590" indent="0" algn="ctr">
              <a:buNone/>
              <a:defRPr sz="2360"/>
            </a:lvl8pPr>
            <a:lvl9pPr marL="5394960" indent="0" algn="ctr">
              <a:buNone/>
              <a:defRPr sz="2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5AF0-2AAC-4D92-948F-84124BA67177}" type="datetimeFigureOut">
              <a:rPr lang="en-GB" smtClean="0"/>
              <a:t>28/12/2020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746C1-5AE3-47E1-A0D4-DDB84D37AF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5015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5AF0-2AAC-4D92-948F-84124BA67177}" type="datetimeFigureOut">
              <a:rPr lang="en-GB" smtClean="0"/>
              <a:t>28/12/2020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746C1-5AE3-47E1-A0D4-DDB84D37AF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140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8" y="2521864"/>
            <a:ext cx="18629590" cy="4207787"/>
          </a:xfrm>
        </p:spPr>
        <p:txBody>
          <a:bodyPr anchor="b"/>
          <a:lstStyle>
            <a:lvl1pPr>
              <a:defRPr sz="88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8" y="6769459"/>
            <a:ext cx="18629590" cy="2212776"/>
          </a:xfrm>
        </p:spPr>
        <p:txBody>
          <a:bodyPr/>
          <a:lstStyle>
            <a:lvl1pPr marL="0" indent="0">
              <a:buNone/>
              <a:defRPr sz="3540">
                <a:solidFill>
                  <a:schemeClr val="tx1">
                    <a:tint val="75000"/>
                  </a:schemeClr>
                </a:solidFill>
              </a:defRPr>
            </a:lvl1pPr>
            <a:lvl2pPr marL="674370" indent="0">
              <a:buNone/>
              <a:defRPr sz="2950">
                <a:solidFill>
                  <a:schemeClr val="tx1">
                    <a:tint val="75000"/>
                  </a:schemeClr>
                </a:solidFill>
              </a:defRPr>
            </a:lvl2pPr>
            <a:lvl3pPr marL="1348740" indent="0">
              <a:buNone/>
              <a:defRPr sz="2655">
                <a:solidFill>
                  <a:schemeClr val="tx1">
                    <a:tint val="75000"/>
                  </a:schemeClr>
                </a:solidFill>
              </a:defRPr>
            </a:lvl3pPr>
            <a:lvl4pPr marL="2023110" indent="0">
              <a:buNone/>
              <a:defRPr sz="2360">
                <a:solidFill>
                  <a:schemeClr val="tx1">
                    <a:tint val="75000"/>
                  </a:schemeClr>
                </a:solidFill>
              </a:defRPr>
            </a:lvl4pPr>
            <a:lvl5pPr marL="2697480" indent="0">
              <a:buNone/>
              <a:defRPr sz="2360">
                <a:solidFill>
                  <a:schemeClr val="tx1">
                    <a:tint val="75000"/>
                  </a:schemeClr>
                </a:solidFill>
              </a:defRPr>
            </a:lvl5pPr>
            <a:lvl6pPr marL="3371850" indent="0">
              <a:buNone/>
              <a:defRPr sz="2360">
                <a:solidFill>
                  <a:schemeClr val="tx1">
                    <a:tint val="75000"/>
                  </a:schemeClr>
                </a:solidFill>
              </a:defRPr>
            </a:lvl6pPr>
            <a:lvl7pPr marL="4046220" indent="0">
              <a:buNone/>
              <a:defRPr sz="2360">
                <a:solidFill>
                  <a:schemeClr val="tx1">
                    <a:tint val="75000"/>
                  </a:schemeClr>
                </a:solidFill>
              </a:defRPr>
            </a:lvl7pPr>
            <a:lvl8pPr marL="4720590" indent="0">
              <a:buNone/>
              <a:defRPr sz="2360">
                <a:solidFill>
                  <a:schemeClr val="tx1">
                    <a:tint val="75000"/>
                  </a:schemeClr>
                </a:solidFill>
              </a:defRPr>
            </a:lvl8pPr>
            <a:lvl9pPr marL="5394960" indent="0">
              <a:buNone/>
              <a:defRPr sz="2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5AF0-2AAC-4D92-948F-84124BA67177}" type="datetimeFigureOut">
              <a:rPr lang="en-GB" smtClean="0"/>
              <a:t>28/12/2020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746C1-5AE3-47E1-A0D4-DDB84D37AF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360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2692797"/>
            <a:ext cx="9179798" cy="6418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2692797"/>
            <a:ext cx="9179798" cy="6418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5AF0-2AAC-4D92-948F-84124BA67177}" type="datetimeFigureOut">
              <a:rPr lang="en-GB" smtClean="0"/>
              <a:t>28/12/2020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746C1-5AE3-47E1-A0D4-DDB84D37AF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555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538560"/>
            <a:ext cx="18629590" cy="19552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1" y="2479716"/>
            <a:ext cx="9137611" cy="1215270"/>
          </a:xfrm>
        </p:spPr>
        <p:txBody>
          <a:bodyPr anchor="b"/>
          <a:lstStyle>
            <a:lvl1pPr marL="0" indent="0">
              <a:buNone/>
              <a:defRPr sz="3540" b="1"/>
            </a:lvl1pPr>
            <a:lvl2pPr marL="674370" indent="0">
              <a:buNone/>
              <a:defRPr sz="2950" b="1"/>
            </a:lvl2pPr>
            <a:lvl3pPr marL="1348740" indent="0">
              <a:buNone/>
              <a:defRPr sz="2655" b="1"/>
            </a:lvl3pPr>
            <a:lvl4pPr marL="2023110" indent="0">
              <a:buNone/>
              <a:defRPr sz="2360" b="1"/>
            </a:lvl4pPr>
            <a:lvl5pPr marL="2697480" indent="0">
              <a:buNone/>
              <a:defRPr sz="2360" b="1"/>
            </a:lvl5pPr>
            <a:lvl6pPr marL="3371850" indent="0">
              <a:buNone/>
              <a:defRPr sz="2360" b="1"/>
            </a:lvl6pPr>
            <a:lvl7pPr marL="4046220" indent="0">
              <a:buNone/>
              <a:defRPr sz="2360" b="1"/>
            </a:lvl7pPr>
            <a:lvl8pPr marL="4720590" indent="0">
              <a:buNone/>
              <a:defRPr sz="2360" b="1"/>
            </a:lvl8pPr>
            <a:lvl9pPr marL="5394960" indent="0">
              <a:buNone/>
              <a:defRPr sz="2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1" y="3694986"/>
            <a:ext cx="9137611" cy="54347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0" y="2479716"/>
            <a:ext cx="9182611" cy="1215270"/>
          </a:xfrm>
        </p:spPr>
        <p:txBody>
          <a:bodyPr anchor="b"/>
          <a:lstStyle>
            <a:lvl1pPr marL="0" indent="0">
              <a:buNone/>
              <a:defRPr sz="3540" b="1"/>
            </a:lvl1pPr>
            <a:lvl2pPr marL="674370" indent="0">
              <a:buNone/>
              <a:defRPr sz="2950" b="1"/>
            </a:lvl2pPr>
            <a:lvl3pPr marL="1348740" indent="0">
              <a:buNone/>
              <a:defRPr sz="2655" b="1"/>
            </a:lvl3pPr>
            <a:lvl4pPr marL="2023110" indent="0">
              <a:buNone/>
              <a:defRPr sz="2360" b="1"/>
            </a:lvl4pPr>
            <a:lvl5pPr marL="2697480" indent="0">
              <a:buNone/>
              <a:defRPr sz="2360" b="1"/>
            </a:lvl5pPr>
            <a:lvl6pPr marL="3371850" indent="0">
              <a:buNone/>
              <a:defRPr sz="2360" b="1"/>
            </a:lvl6pPr>
            <a:lvl7pPr marL="4046220" indent="0">
              <a:buNone/>
              <a:defRPr sz="2360" b="1"/>
            </a:lvl7pPr>
            <a:lvl8pPr marL="4720590" indent="0">
              <a:buNone/>
              <a:defRPr sz="2360" b="1"/>
            </a:lvl8pPr>
            <a:lvl9pPr marL="5394960" indent="0">
              <a:buNone/>
              <a:defRPr sz="2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0" y="3694986"/>
            <a:ext cx="9182611" cy="54347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5AF0-2AAC-4D92-948F-84124BA67177}" type="datetimeFigureOut">
              <a:rPr lang="en-GB" smtClean="0"/>
              <a:t>28/12/2020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746C1-5AE3-47E1-A0D4-DDB84D37AF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4953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5AF0-2AAC-4D92-948F-84124BA67177}" type="datetimeFigureOut">
              <a:rPr lang="en-GB" smtClean="0"/>
              <a:t>28/12/2020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746C1-5AE3-47E1-A0D4-DDB84D37AF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8679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5AF0-2AAC-4D92-948F-84124BA67177}" type="datetimeFigureOut">
              <a:rPr lang="en-GB" smtClean="0"/>
              <a:t>28/12/2020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746C1-5AE3-47E1-A0D4-DDB84D37AF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6347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674370"/>
            <a:ext cx="6966408" cy="2360295"/>
          </a:xfrm>
        </p:spPr>
        <p:txBody>
          <a:bodyPr anchor="b"/>
          <a:lstStyle>
            <a:lvl1pPr>
              <a:defRPr sz="4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1456453"/>
            <a:ext cx="10934760" cy="7188597"/>
          </a:xfrm>
        </p:spPr>
        <p:txBody>
          <a:bodyPr/>
          <a:lstStyle>
            <a:lvl1pPr>
              <a:defRPr sz="4720"/>
            </a:lvl1pPr>
            <a:lvl2pPr>
              <a:defRPr sz="4130"/>
            </a:lvl2pPr>
            <a:lvl3pPr>
              <a:defRPr sz="3540"/>
            </a:lvl3pPr>
            <a:lvl4pPr>
              <a:defRPr sz="2950"/>
            </a:lvl4pPr>
            <a:lvl5pPr>
              <a:defRPr sz="2950"/>
            </a:lvl5pPr>
            <a:lvl6pPr>
              <a:defRPr sz="2950"/>
            </a:lvl6pPr>
            <a:lvl7pPr>
              <a:defRPr sz="2950"/>
            </a:lvl7pPr>
            <a:lvl8pPr>
              <a:defRPr sz="2950"/>
            </a:lvl8pPr>
            <a:lvl9pPr>
              <a:defRPr sz="2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3034665"/>
            <a:ext cx="6966408" cy="5622092"/>
          </a:xfrm>
        </p:spPr>
        <p:txBody>
          <a:bodyPr/>
          <a:lstStyle>
            <a:lvl1pPr marL="0" indent="0">
              <a:buNone/>
              <a:defRPr sz="2360"/>
            </a:lvl1pPr>
            <a:lvl2pPr marL="674370" indent="0">
              <a:buNone/>
              <a:defRPr sz="2065"/>
            </a:lvl2pPr>
            <a:lvl3pPr marL="1348740" indent="0">
              <a:buNone/>
              <a:defRPr sz="1770"/>
            </a:lvl3pPr>
            <a:lvl4pPr marL="2023110" indent="0">
              <a:buNone/>
              <a:defRPr sz="1475"/>
            </a:lvl4pPr>
            <a:lvl5pPr marL="2697480" indent="0">
              <a:buNone/>
              <a:defRPr sz="1475"/>
            </a:lvl5pPr>
            <a:lvl6pPr marL="3371850" indent="0">
              <a:buNone/>
              <a:defRPr sz="1475"/>
            </a:lvl6pPr>
            <a:lvl7pPr marL="4046220" indent="0">
              <a:buNone/>
              <a:defRPr sz="1475"/>
            </a:lvl7pPr>
            <a:lvl8pPr marL="4720590" indent="0">
              <a:buNone/>
              <a:defRPr sz="1475"/>
            </a:lvl8pPr>
            <a:lvl9pPr marL="5394960" indent="0">
              <a:buNone/>
              <a:defRPr sz="14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5AF0-2AAC-4D92-948F-84124BA67177}" type="datetimeFigureOut">
              <a:rPr lang="en-GB" smtClean="0"/>
              <a:t>28/12/2020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746C1-5AE3-47E1-A0D4-DDB84D37AF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4815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674370"/>
            <a:ext cx="6966408" cy="2360295"/>
          </a:xfrm>
        </p:spPr>
        <p:txBody>
          <a:bodyPr anchor="b"/>
          <a:lstStyle>
            <a:lvl1pPr>
              <a:defRPr sz="4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1456453"/>
            <a:ext cx="10934760" cy="7188597"/>
          </a:xfrm>
        </p:spPr>
        <p:txBody>
          <a:bodyPr anchor="t"/>
          <a:lstStyle>
            <a:lvl1pPr marL="0" indent="0">
              <a:buNone/>
              <a:defRPr sz="4720"/>
            </a:lvl1pPr>
            <a:lvl2pPr marL="674370" indent="0">
              <a:buNone/>
              <a:defRPr sz="4130"/>
            </a:lvl2pPr>
            <a:lvl3pPr marL="1348740" indent="0">
              <a:buNone/>
              <a:defRPr sz="3540"/>
            </a:lvl3pPr>
            <a:lvl4pPr marL="2023110" indent="0">
              <a:buNone/>
              <a:defRPr sz="2950"/>
            </a:lvl4pPr>
            <a:lvl5pPr marL="2697480" indent="0">
              <a:buNone/>
              <a:defRPr sz="2950"/>
            </a:lvl5pPr>
            <a:lvl6pPr marL="3371850" indent="0">
              <a:buNone/>
              <a:defRPr sz="2950"/>
            </a:lvl6pPr>
            <a:lvl7pPr marL="4046220" indent="0">
              <a:buNone/>
              <a:defRPr sz="2950"/>
            </a:lvl7pPr>
            <a:lvl8pPr marL="4720590" indent="0">
              <a:buNone/>
              <a:defRPr sz="2950"/>
            </a:lvl8pPr>
            <a:lvl9pPr marL="5394960" indent="0">
              <a:buNone/>
              <a:defRPr sz="29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3034665"/>
            <a:ext cx="6966408" cy="5622092"/>
          </a:xfrm>
        </p:spPr>
        <p:txBody>
          <a:bodyPr/>
          <a:lstStyle>
            <a:lvl1pPr marL="0" indent="0">
              <a:buNone/>
              <a:defRPr sz="2360"/>
            </a:lvl1pPr>
            <a:lvl2pPr marL="674370" indent="0">
              <a:buNone/>
              <a:defRPr sz="2065"/>
            </a:lvl2pPr>
            <a:lvl3pPr marL="1348740" indent="0">
              <a:buNone/>
              <a:defRPr sz="1770"/>
            </a:lvl3pPr>
            <a:lvl4pPr marL="2023110" indent="0">
              <a:buNone/>
              <a:defRPr sz="1475"/>
            </a:lvl4pPr>
            <a:lvl5pPr marL="2697480" indent="0">
              <a:buNone/>
              <a:defRPr sz="1475"/>
            </a:lvl5pPr>
            <a:lvl6pPr marL="3371850" indent="0">
              <a:buNone/>
              <a:defRPr sz="1475"/>
            </a:lvl6pPr>
            <a:lvl7pPr marL="4046220" indent="0">
              <a:buNone/>
              <a:defRPr sz="1475"/>
            </a:lvl7pPr>
            <a:lvl8pPr marL="4720590" indent="0">
              <a:buNone/>
              <a:defRPr sz="1475"/>
            </a:lvl8pPr>
            <a:lvl9pPr marL="5394960" indent="0">
              <a:buNone/>
              <a:defRPr sz="14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5AF0-2AAC-4D92-948F-84124BA67177}" type="datetimeFigureOut">
              <a:rPr lang="en-GB" smtClean="0"/>
              <a:t>28/12/2020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746C1-5AE3-47E1-A0D4-DDB84D37AF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4688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5AF0-2AAC-4D92-948F-84124BA67177}" type="datetimeFigureOut">
              <a:rPr lang="en-GB" smtClean="0"/>
              <a:t>28/12/2020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746C1-5AE3-47E1-A0D4-DDB84D37AF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7853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0" y="538559"/>
            <a:ext cx="4657398" cy="85724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7" y="538559"/>
            <a:ext cx="13702199" cy="857246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5AF0-2AAC-4D92-948F-84124BA67177}" type="datetimeFigureOut">
              <a:rPr lang="en-GB" smtClean="0"/>
              <a:t>28/12/2020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746C1-5AE3-47E1-A0D4-DDB84D37AF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17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538560"/>
            <a:ext cx="18629590" cy="19552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2692797"/>
            <a:ext cx="18629590" cy="64182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9375617"/>
            <a:ext cx="4859893" cy="5385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3B5AF0-2AAC-4D92-948F-84124BA67177}" type="datetimeFigureOut">
              <a:rPr lang="en-GB" smtClean="0"/>
              <a:t>28/12/2020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9375617"/>
            <a:ext cx="7289840" cy="5385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9375617"/>
            <a:ext cx="4859893" cy="5385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6746C1-5AE3-47E1-A0D4-DDB84D37AF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056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348740" rtl="0" eaLnBrk="1" latinLnBrk="0" hangingPunct="1">
        <a:lnSpc>
          <a:spcPct val="90000"/>
        </a:lnSpc>
        <a:spcBef>
          <a:spcPct val="0"/>
        </a:spcBef>
        <a:buNone/>
        <a:defRPr sz="64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185" indent="-337185" algn="l" defTabSz="1348740" rtl="0" eaLnBrk="1" latinLnBrk="0" hangingPunct="1">
        <a:lnSpc>
          <a:spcPct val="90000"/>
        </a:lnSpc>
        <a:spcBef>
          <a:spcPts val="1475"/>
        </a:spcBef>
        <a:buFont typeface="Arial" panose="020B0604020202020204" pitchFamily="34" charset="0"/>
        <a:buChar char="•"/>
        <a:defRPr sz="4130" kern="1200">
          <a:solidFill>
            <a:schemeClr val="tx1"/>
          </a:solidFill>
          <a:latin typeface="+mn-lt"/>
          <a:ea typeface="+mn-ea"/>
          <a:cs typeface="+mn-cs"/>
        </a:defRPr>
      </a:lvl1pPr>
      <a:lvl2pPr marL="1011555" indent="-337185" algn="l" defTabSz="134874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3540" kern="1200">
          <a:solidFill>
            <a:schemeClr val="tx1"/>
          </a:solidFill>
          <a:latin typeface="+mn-lt"/>
          <a:ea typeface="+mn-ea"/>
          <a:cs typeface="+mn-cs"/>
        </a:defRPr>
      </a:lvl2pPr>
      <a:lvl3pPr marL="1685925" indent="-337185" algn="l" defTabSz="134874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950" kern="1200">
          <a:solidFill>
            <a:schemeClr val="tx1"/>
          </a:solidFill>
          <a:latin typeface="+mn-lt"/>
          <a:ea typeface="+mn-ea"/>
          <a:cs typeface="+mn-cs"/>
        </a:defRPr>
      </a:lvl3pPr>
      <a:lvl4pPr marL="2360295" indent="-337185" algn="l" defTabSz="134874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5" kern="1200">
          <a:solidFill>
            <a:schemeClr val="tx1"/>
          </a:solidFill>
          <a:latin typeface="+mn-lt"/>
          <a:ea typeface="+mn-ea"/>
          <a:cs typeface="+mn-cs"/>
        </a:defRPr>
      </a:lvl4pPr>
      <a:lvl5pPr marL="3034665" indent="-337185" algn="l" defTabSz="134874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5" kern="1200">
          <a:solidFill>
            <a:schemeClr val="tx1"/>
          </a:solidFill>
          <a:latin typeface="+mn-lt"/>
          <a:ea typeface="+mn-ea"/>
          <a:cs typeface="+mn-cs"/>
        </a:defRPr>
      </a:lvl5pPr>
      <a:lvl6pPr marL="3709035" indent="-337185" algn="l" defTabSz="134874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5" kern="1200">
          <a:solidFill>
            <a:schemeClr val="tx1"/>
          </a:solidFill>
          <a:latin typeface="+mn-lt"/>
          <a:ea typeface="+mn-ea"/>
          <a:cs typeface="+mn-cs"/>
        </a:defRPr>
      </a:lvl6pPr>
      <a:lvl7pPr marL="4383405" indent="-337185" algn="l" defTabSz="134874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5" kern="1200">
          <a:solidFill>
            <a:schemeClr val="tx1"/>
          </a:solidFill>
          <a:latin typeface="+mn-lt"/>
          <a:ea typeface="+mn-ea"/>
          <a:cs typeface="+mn-cs"/>
        </a:defRPr>
      </a:lvl7pPr>
      <a:lvl8pPr marL="5057775" indent="-337185" algn="l" defTabSz="134874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5" kern="1200">
          <a:solidFill>
            <a:schemeClr val="tx1"/>
          </a:solidFill>
          <a:latin typeface="+mn-lt"/>
          <a:ea typeface="+mn-ea"/>
          <a:cs typeface="+mn-cs"/>
        </a:defRPr>
      </a:lvl8pPr>
      <a:lvl9pPr marL="5732145" indent="-337185" algn="l" defTabSz="134874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48740" rtl="0" eaLnBrk="1" latinLnBrk="0" hangingPunct="1">
        <a:defRPr sz="2655" kern="1200">
          <a:solidFill>
            <a:schemeClr val="tx1"/>
          </a:solidFill>
          <a:latin typeface="+mn-lt"/>
          <a:ea typeface="+mn-ea"/>
          <a:cs typeface="+mn-cs"/>
        </a:defRPr>
      </a:lvl1pPr>
      <a:lvl2pPr marL="674370" algn="l" defTabSz="1348740" rtl="0" eaLnBrk="1" latinLnBrk="0" hangingPunct="1">
        <a:defRPr sz="2655" kern="1200">
          <a:solidFill>
            <a:schemeClr val="tx1"/>
          </a:solidFill>
          <a:latin typeface="+mn-lt"/>
          <a:ea typeface="+mn-ea"/>
          <a:cs typeface="+mn-cs"/>
        </a:defRPr>
      </a:lvl2pPr>
      <a:lvl3pPr marL="1348740" algn="l" defTabSz="1348740" rtl="0" eaLnBrk="1" latinLnBrk="0" hangingPunct="1">
        <a:defRPr sz="2655" kern="1200">
          <a:solidFill>
            <a:schemeClr val="tx1"/>
          </a:solidFill>
          <a:latin typeface="+mn-lt"/>
          <a:ea typeface="+mn-ea"/>
          <a:cs typeface="+mn-cs"/>
        </a:defRPr>
      </a:lvl3pPr>
      <a:lvl4pPr marL="2023110" algn="l" defTabSz="1348740" rtl="0" eaLnBrk="1" latinLnBrk="0" hangingPunct="1">
        <a:defRPr sz="2655" kern="1200">
          <a:solidFill>
            <a:schemeClr val="tx1"/>
          </a:solidFill>
          <a:latin typeface="+mn-lt"/>
          <a:ea typeface="+mn-ea"/>
          <a:cs typeface="+mn-cs"/>
        </a:defRPr>
      </a:lvl4pPr>
      <a:lvl5pPr marL="2697480" algn="l" defTabSz="1348740" rtl="0" eaLnBrk="1" latinLnBrk="0" hangingPunct="1">
        <a:defRPr sz="2655" kern="1200">
          <a:solidFill>
            <a:schemeClr val="tx1"/>
          </a:solidFill>
          <a:latin typeface="+mn-lt"/>
          <a:ea typeface="+mn-ea"/>
          <a:cs typeface="+mn-cs"/>
        </a:defRPr>
      </a:lvl5pPr>
      <a:lvl6pPr marL="3371850" algn="l" defTabSz="1348740" rtl="0" eaLnBrk="1" latinLnBrk="0" hangingPunct="1">
        <a:defRPr sz="2655" kern="1200">
          <a:solidFill>
            <a:schemeClr val="tx1"/>
          </a:solidFill>
          <a:latin typeface="+mn-lt"/>
          <a:ea typeface="+mn-ea"/>
          <a:cs typeface="+mn-cs"/>
        </a:defRPr>
      </a:lvl6pPr>
      <a:lvl7pPr marL="4046220" algn="l" defTabSz="1348740" rtl="0" eaLnBrk="1" latinLnBrk="0" hangingPunct="1">
        <a:defRPr sz="2655" kern="1200">
          <a:solidFill>
            <a:schemeClr val="tx1"/>
          </a:solidFill>
          <a:latin typeface="+mn-lt"/>
          <a:ea typeface="+mn-ea"/>
          <a:cs typeface="+mn-cs"/>
        </a:defRPr>
      </a:lvl7pPr>
      <a:lvl8pPr marL="4720590" algn="l" defTabSz="1348740" rtl="0" eaLnBrk="1" latinLnBrk="0" hangingPunct="1">
        <a:defRPr sz="2655" kern="1200">
          <a:solidFill>
            <a:schemeClr val="tx1"/>
          </a:solidFill>
          <a:latin typeface="+mn-lt"/>
          <a:ea typeface="+mn-ea"/>
          <a:cs typeface="+mn-cs"/>
        </a:defRPr>
      </a:lvl8pPr>
      <a:lvl9pPr marL="5394960" algn="l" defTabSz="1348740" rtl="0" eaLnBrk="1" latinLnBrk="0" hangingPunct="1">
        <a:defRPr sz="26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48F42E0A-0F8C-4433-989E-738C099A23FC}"/>
              </a:ext>
            </a:extLst>
          </p:cNvPr>
          <p:cNvSpPr/>
          <p:nvPr/>
        </p:nvSpPr>
        <p:spPr>
          <a:xfrm>
            <a:off x="2224583" y="4456257"/>
            <a:ext cx="9116698" cy="246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 anchorCtr="0"/>
          <a:lstStyle/>
          <a:p>
            <a:pPr algn="ctr"/>
            <a:r>
              <a:rPr lang="en-GB">
                <a:solidFill>
                  <a:schemeClr val="tx1"/>
                </a:solidFill>
              </a:rPr>
              <a:t>API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7B9746C0-880C-4B3D-B6BE-4D82BB5377F8}"/>
              </a:ext>
            </a:extLst>
          </p:cNvPr>
          <p:cNvSpPr/>
          <p:nvPr/>
        </p:nvSpPr>
        <p:spPr>
          <a:xfrm>
            <a:off x="655094" y="2125370"/>
            <a:ext cx="11191161" cy="206068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 anchorCtr="0"/>
          <a:lstStyle/>
          <a:p>
            <a:pPr algn="ctr"/>
            <a:r>
              <a:rPr lang="en-GB">
                <a:solidFill>
                  <a:schemeClr val="tx1"/>
                </a:solidFill>
              </a:rPr>
              <a:t>Controllers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B3390DA6-D6B2-4A45-B016-4B5D18D1FE9A}"/>
              </a:ext>
            </a:extLst>
          </p:cNvPr>
          <p:cNvSpPr/>
          <p:nvPr/>
        </p:nvSpPr>
        <p:spPr>
          <a:xfrm>
            <a:off x="3793377" y="2958342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Equipment Controller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022E5870-74CE-4994-94D1-1CF154093FC3}"/>
              </a:ext>
            </a:extLst>
          </p:cNvPr>
          <p:cNvSpPr/>
          <p:nvPr/>
        </p:nvSpPr>
        <p:spPr>
          <a:xfrm>
            <a:off x="5070724" y="5057775"/>
            <a:ext cx="1078063" cy="60807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Conduit Manager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3F4EFE47-5708-415A-AB47-5CC8644D7E0C}"/>
              </a:ext>
            </a:extLst>
          </p:cNvPr>
          <p:cNvSpPr/>
          <p:nvPr/>
        </p:nvSpPr>
        <p:spPr>
          <a:xfrm>
            <a:off x="6295012" y="5048696"/>
            <a:ext cx="1078063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Cable Manager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E54850C7-7629-4E21-BEC0-7C5FC32FE139}"/>
              </a:ext>
            </a:extLst>
          </p:cNvPr>
          <p:cNvSpPr/>
          <p:nvPr/>
        </p:nvSpPr>
        <p:spPr>
          <a:xfrm>
            <a:off x="3866451" y="5051964"/>
            <a:ext cx="1078063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Equipment Manager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4C25A227-D0B8-48E2-B66C-E60CBFF1B154}"/>
              </a:ext>
            </a:extLst>
          </p:cNvPr>
          <p:cNvSpPr/>
          <p:nvPr/>
        </p:nvSpPr>
        <p:spPr>
          <a:xfrm>
            <a:off x="2646348" y="5048696"/>
            <a:ext cx="1078063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Structure Manager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F7E0A562-2F8F-4937-9581-323627D30081}"/>
              </a:ext>
            </a:extLst>
          </p:cNvPr>
          <p:cNvSpPr/>
          <p:nvPr/>
        </p:nvSpPr>
        <p:spPr>
          <a:xfrm>
            <a:off x="7498372" y="5059523"/>
            <a:ext cx="1078063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Connection Manager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C3A14402-3A53-4F66-B7D3-4F2E6674B23A}"/>
              </a:ext>
            </a:extLst>
          </p:cNvPr>
          <p:cNvSpPr/>
          <p:nvPr/>
        </p:nvSpPr>
        <p:spPr>
          <a:xfrm>
            <a:off x="8731032" y="5048696"/>
            <a:ext cx="1078063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Circuit Manager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6B64D80B-9840-496D-8FA1-59C7986AC77A}"/>
              </a:ext>
            </a:extLst>
          </p:cNvPr>
          <p:cNvSpPr/>
          <p:nvPr/>
        </p:nvSpPr>
        <p:spPr>
          <a:xfrm>
            <a:off x="6295011" y="6030502"/>
            <a:ext cx="1078063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Network View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0F35F10-3154-4058-BEEE-E19A36C7C18E}"/>
              </a:ext>
            </a:extLst>
          </p:cNvPr>
          <p:cNvSpPr/>
          <p:nvPr/>
        </p:nvSpPr>
        <p:spPr>
          <a:xfrm>
            <a:off x="6295011" y="9020040"/>
            <a:ext cx="9707423" cy="6126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b="1">
                <a:solidFill>
                  <a:schemeClr val="tx1"/>
                </a:solidFill>
              </a:rPr>
              <a:t>Network Manager: Major Server Classes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4A9BD814-3DCA-4724-A016-3B23EBBF9AB6}"/>
              </a:ext>
            </a:extLst>
          </p:cNvPr>
          <p:cNvCxnSpPr>
            <a:cxnSpLocks/>
          </p:cNvCxnSpPr>
          <p:nvPr/>
        </p:nvCxnSpPr>
        <p:spPr>
          <a:xfrm>
            <a:off x="6161006" y="1264210"/>
            <a:ext cx="0" cy="679324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Rectangle 129">
            <a:extLst>
              <a:ext uri="{FF2B5EF4-FFF2-40B4-BE49-F238E27FC236}">
                <a16:creationId xmlns:a16="http://schemas.microsoft.com/office/drawing/2014/main" id="{8FCB7F85-5A9A-403D-98EB-0FB9E8223612}"/>
              </a:ext>
            </a:extLst>
          </p:cNvPr>
          <p:cNvSpPr/>
          <p:nvPr/>
        </p:nvSpPr>
        <p:spPr>
          <a:xfrm>
            <a:off x="5404905" y="737861"/>
            <a:ext cx="1487763" cy="365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Comms REST Requests</a:t>
            </a:r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92B7CEB5-CB07-444A-92C2-4BBB8E9329D4}"/>
              </a:ext>
            </a:extLst>
          </p:cNvPr>
          <p:cNvSpPr/>
          <p:nvPr/>
        </p:nvSpPr>
        <p:spPr>
          <a:xfrm>
            <a:off x="6332793" y="2977182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Cable Controller</a:t>
            </a: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FEADD5A7-B18F-453B-8E80-83641BF0340A}"/>
              </a:ext>
            </a:extLst>
          </p:cNvPr>
          <p:cNvSpPr/>
          <p:nvPr/>
        </p:nvSpPr>
        <p:spPr>
          <a:xfrm>
            <a:off x="7568345" y="2977182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Connectivity Controller</a:t>
            </a: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D3A27D63-18DE-41B7-B326-A86D36697F09}"/>
              </a:ext>
            </a:extLst>
          </p:cNvPr>
          <p:cNvSpPr/>
          <p:nvPr/>
        </p:nvSpPr>
        <p:spPr>
          <a:xfrm>
            <a:off x="10329428" y="2973959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Feature Controller</a:t>
            </a:r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E9BEC818-57B2-4E65-A8E7-849A21F2561A}"/>
              </a:ext>
            </a:extLst>
          </p:cNvPr>
          <p:cNvSpPr/>
          <p:nvPr/>
        </p:nvSpPr>
        <p:spPr>
          <a:xfrm>
            <a:off x="2525771" y="2958342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Structure Controller</a:t>
            </a:r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DE95F83D-0DE1-4D77-879A-1D5396AB6F9A}"/>
              </a:ext>
            </a:extLst>
          </p:cNvPr>
          <p:cNvSpPr/>
          <p:nvPr/>
        </p:nvSpPr>
        <p:spPr>
          <a:xfrm>
            <a:off x="5063085" y="2966355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Conduit Controller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4165DC39-07E6-4A92-8828-AAB9929C8423}"/>
              </a:ext>
            </a:extLst>
          </p:cNvPr>
          <p:cNvSpPr/>
          <p:nvPr/>
        </p:nvSpPr>
        <p:spPr>
          <a:xfrm>
            <a:off x="8790249" y="2977181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Circuit Controller</a:t>
            </a:r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3A3D3302-31C2-4F00-8D05-ABC764C66650}"/>
              </a:ext>
            </a:extLst>
          </p:cNvPr>
          <p:cNvSpPr/>
          <p:nvPr/>
        </p:nvSpPr>
        <p:spPr>
          <a:xfrm>
            <a:off x="9963692" y="5059523"/>
            <a:ext cx="1078063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Name Manager</a:t>
            </a:r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3D067839-8D9D-4FF5-A71A-C78202C0A122}"/>
              </a:ext>
            </a:extLst>
          </p:cNvPr>
          <p:cNvSpPr/>
          <p:nvPr/>
        </p:nvSpPr>
        <p:spPr>
          <a:xfrm>
            <a:off x="990708" y="2944694"/>
            <a:ext cx="1115460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Config Controller</a:t>
            </a: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F39EA560-15E0-4657-B2A2-EE6C2F96047E}"/>
              </a:ext>
            </a:extLst>
          </p:cNvPr>
          <p:cNvSpPr/>
          <p:nvPr/>
        </p:nvSpPr>
        <p:spPr>
          <a:xfrm>
            <a:off x="12214163" y="4456257"/>
            <a:ext cx="2942023" cy="246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 anchorCtr="0"/>
          <a:lstStyle/>
          <a:p>
            <a:pPr algn="ctr"/>
            <a:r>
              <a:rPr lang="en-GB">
                <a:solidFill>
                  <a:schemeClr val="tx1"/>
                </a:solidFill>
              </a:rPr>
              <a:t>Networks</a:t>
            </a:r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15B134DF-FBE6-4E37-BF9F-EC73DCB4EA03}"/>
              </a:ext>
            </a:extLst>
          </p:cNvPr>
          <p:cNvSpPr/>
          <p:nvPr/>
        </p:nvSpPr>
        <p:spPr>
          <a:xfrm>
            <a:off x="15912706" y="4456257"/>
            <a:ext cx="4217742" cy="246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 anchorCtr="0"/>
          <a:lstStyle/>
          <a:p>
            <a:pPr algn="ctr"/>
            <a:r>
              <a:rPr lang="en-GB">
                <a:solidFill>
                  <a:schemeClr val="tx1"/>
                </a:solidFill>
              </a:rPr>
              <a:t>Validation</a:t>
            </a:r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09E3B33B-E512-425A-8820-D708F85C6E3C}"/>
              </a:ext>
            </a:extLst>
          </p:cNvPr>
          <p:cNvSpPr/>
          <p:nvPr/>
        </p:nvSpPr>
        <p:spPr>
          <a:xfrm>
            <a:off x="16546875" y="1921824"/>
            <a:ext cx="2942023" cy="223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 anchorCtr="0"/>
          <a:lstStyle/>
          <a:p>
            <a:pPr algn="ctr"/>
            <a:r>
              <a:rPr lang="en-GB">
                <a:solidFill>
                  <a:schemeClr val="tx1"/>
                </a:solidFill>
              </a:rPr>
              <a:t>Commands</a:t>
            </a:r>
          </a:p>
        </p:txBody>
      </p:sp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CCD97AB9-DC3C-4992-B345-553C14FD32F0}"/>
              </a:ext>
            </a:extLst>
          </p:cNvPr>
          <p:cNvSpPr/>
          <p:nvPr/>
        </p:nvSpPr>
        <p:spPr>
          <a:xfrm>
            <a:off x="9430603" y="7410734"/>
            <a:ext cx="4449170" cy="127344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 anchorCtr="0"/>
          <a:lstStyle/>
          <a:p>
            <a:pPr algn="ctr"/>
            <a:r>
              <a:rPr lang="en-GB">
                <a:solidFill>
                  <a:schemeClr val="tx1"/>
                </a:solidFill>
              </a:rPr>
              <a:t>Base</a:t>
            </a:r>
          </a:p>
        </p:txBody>
      </p: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40891F17-939E-41BE-8000-16EF430F8BA3}"/>
              </a:ext>
            </a:extLst>
          </p:cNvPr>
          <p:cNvSpPr/>
          <p:nvPr/>
        </p:nvSpPr>
        <p:spPr>
          <a:xfrm>
            <a:off x="11097344" y="8005636"/>
            <a:ext cx="1078063" cy="44251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Conn</a:t>
            </a:r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A867ADE5-0E61-4F24-A89F-2990751802EA}"/>
              </a:ext>
            </a:extLst>
          </p:cNvPr>
          <p:cNvSpPr/>
          <p:nvPr/>
        </p:nvSpPr>
        <p:spPr>
          <a:xfrm>
            <a:off x="9809095" y="8005636"/>
            <a:ext cx="1078063" cy="44251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ConnSet</a:t>
            </a:r>
          </a:p>
        </p:txBody>
      </p:sp>
      <p:sp>
        <p:nvSpPr>
          <p:cNvPr id="171" name="Rectangle: Rounded Corners 170">
            <a:extLst>
              <a:ext uri="{FF2B5EF4-FFF2-40B4-BE49-F238E27FC236}">
                <a16:creationId xmlns:a16="http://schemas.microsoft.com/office/drawing/2014/main" id="{76D84D07-3978-47F4-9DEB-B317F68C4C47}"/>
              </a:ext>
            </a:extLst>
          </p:cNvPr>
          <p:cNvSpPr/>
          <p:nvPr/>
        </p:nvSpPr>
        <p:spPr>
          <a:xfrm>
            <a:off x="12385593" y="8005636"/>
            <a:ext cx="1078063" cy="44251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PinRange</a:t>
            </a:r>
          </a:p>
        </p:txBody>
      </p:sp>
      <p:sp>
        <p:nvSpPr>
          <p:cNvPr id="172" name="Rectangle: Rounded Corners 171">
            <a:extLst>
              <a:ext uri="{FF2B5EF4-FFF2-40B4-BE49-F238E27FC236}">
                <a16:creationId xmlns:a16="http://schemas.microsoft.com/office/drawing/2014/main" id="{D4E10EEA-8A6F-4D0F-B05D-95F0B722B0B4}"/>
              </a:ext>
            </a:extLst>
          </p:cNvPr>
          <p:cNvSpPr/>
          <p:nvPr/>
        </p:nvSpPr>
        <p:spPr>
          <a:xfrm>
            <a:off x="12385592" y="5059523"/>
            <a:ext cx="1078063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Pin Network Engine</a:t>
            </a:r>
          </a:p>
        </p:txBody>
      </p:sp>
      <p:sp>
        <p:nvSpPr>
          <p:cNvPr id="173" name="Rectangle: Rounded Corners 172">
            <a:extLst>
              <a:ext uri="{FF2B5EF4-FFF2-40B4-BE49-F238E27FC236}">
                <a16:creationId xmlns:a16="http://schemas.microsoft.com/office/drawing/2014/main" id="{DC5555F9-1178-4F3D-ACE0-4F11B751CFFB}"/>
              </a:ext>
            </a:extLst>
          </p:cNvPr>
          <p:cNvSpPr/>
          <p:nvPr/>
        </p:nvSpPr>
        <p:spPr>
          <a:xfrm>
            <a:off x="13797505" y="5058648"/>
            <a:ext cx="1078063" cy="62901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Graph Network Engine</a:t>
            </a:r>
          </a:p>
        </p:txBody>
      </p:sp>
      <p:sp>
        <p:nvSpPr>
          <p:cNvPr id="174" name="Rectangle: Rounded Corners 173">
            <a:extLst>
              <a:ext uri="{FF2B5EF4-FFF2-40B4-BE49-F238E27FC236}">
                <a16:creationId xmlns:a16="http://schemas.microsoft.com/office/drawing/2014/main" id="{90D6B1DB-02E6-4B87-A10E-03D6A89CAF74}"/>
              </a:ext>
            </a:extLst>
          </p:cNvPr>
          <p:cNvSpPr/>
          <p:nvPr/>
        </p:nvSpPr>
        <p:spPr>
          <a:xfrm>
            <a:off x="12385591" y="5956727"/>
            <a:ext cx="1078063" cy="44251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Port Trace Node</a:t>
            </a:r>
          </a:p>
        </p:txBody>
      </p: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7B4B9F78-26D4-4EEE-9B40-60C280E901C9}"/>
              </a:ext>
            </a:extLst>
          </p:cNvPr>
          <p:cNvSpPr/>
          <p:nvPr/>
        </p:nvSpPr>
        <p:spPr>
          <a:xfrm>
            <a:off x="12550921" y="6060432"/>
            <a:ext cx="1078063" cy="44251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Port Trace Node</a:t>
            </a:r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813F1A07-A530-4B02-8A31-7BF10BB3CEC1}"/>
              </a:ext>
            </a:extLst>
          </p:cNvPr>
          <p:cNvSpPr/>
          <p:nvPr/>
        </p:nvSpPr>
        <p:spPr>
          <a:xfrm>
            <a:off x="12760959" y="6177985"/>
            <a:ext cx="1078063" cy="44251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Port Trace Node</a:t>
            </a:r>
          </a:p>
        </p:txBody>
      </p: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65ACBE2F-001A-4E80-B2B6-24DF6B2DB371}"/>
              </a:ext>
            </a:extLst>
          </p:cNvPr>
          <p:cNvSpPr/>
          <p:nvPr/>
        </p:nvSpPr>
        <p:spPr>
          <a:xfrm>
            <a:off x="16215864" y="5059523"/>
            <a:ext cx="1078063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Delta Manager</a:t>
            </a:r>
          </a:p>
        </p:txBody>
      </p:sp>
      <p:sp>
        <p:nvSpPr>
          <p:cNvPr id="178" name="Rectangle: Rounded Corners 177">
            <a:extLst>
              <a:ext uri="{FF2B5EF4-FFF2-40B4-BE49-F238E27FC236}">
                <a16:creationId xmlns:a16="http://schemas.microsoft.com/office/drawing/2014/main" id="{B7789105-45B1-46B9-88FE-92A06A7CA53B}"/>
              </a:ext>
            </a:extLst>
          </p:cNvPr>
          <p:cNvSpPr/>
          <p:nvPr/>
        </p:nvSpPr>
        <p:spPr>
          <a:xfrm>
            <a:off x="16215864" y="5946561"/>
            <a:ext cx="1078063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Data Validator</a:t>
            </a:r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04F3E848-2AD4-43B1-B6C1-2F767E458738}"/>
              </a:ext>
            </a:extLst>
          </p:cNvPr>
          <p:cNvSpPr/>
          <p:nvPr/>
        </p:nvSpPr>
        <p:spPr>
          <a:xfrm>
            <a:off x="17554688" y="5946561"/>
            <a:ext cx="1078063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Spec Validator</a:t>
            </a:r>
          </a:p>
        </p:txBody>
      </p:sp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31F3C80F-4FBA-485A-810C-1DE08F565542}"/>
              </a:ext>
            </a:extLst>
          </p:cNvPr>
          <p:cNvSpPr/>
          <p:nvPr/>
        </p:nvSpPr>
        <p:spPr>
          <a:xfrm>
            <a:off x="18893512" y="5956727"/>
            <a:ext cx="1078063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Config Validator</a:t>
            </a:r>
          </a:p>
        </p:txBody>
      </p:sp>
      <p:sp>
        <p:nvSpPr>
          <p:cNvPr id="181" name="Rectangle: Rounded Corners 180">
            <a:extLst>
              <a:ext uri="{FF2B5EF4-FFF2-40B4-BE49-F238E27FC236}">
                <a16:creationId xmlns:a16="http://schemas.microsoft.com/office/drawing/2014/main" id="{3045C75C-4525-40E5-AC0A-0A0BFB81BE7B}"/>
              </a:ext>
            </a:extLst>
          </p:cNvPr>
          <p:cNvSpPr/>
          <p:nvPr/>
        </p:nvSpPr>
        <p:spPr>
          <a:xfrm>
            <a:off x="17448095" y="2761170"/>
            <a:ext cx="1078063" cy="6272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model util command</a:t>
            </a:r>
          </a:p>
        </p:txBody>
      </p:sp>
    </p:spTree>
    <p:extLst>
      <p:ext uri="{BB962C8B-B14F-4D97-AF65-F5344CB8AC3E}">
        <p14:creationId xmlns:p14="http://schemas.microsoft.com/office/powerpoint/2010/main" val="417839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76</Words>
  <Application>Microsoft Office PowerPoint</Application>
  <PresentationFormat>Custom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trmayo103@gmail.com</dc:creator>
  <cp:lastModifiedBy>trmayo103@gmail.com</cp:lastModifiedBy>
  <cp:revision>13</cp:revision>
  <dcterms:created xsi:type="dcterms:W3CDTF">2020-12-28T10:44:43Z</dcterms:created>
  <dcterms:modified xsi:type="dcterms:W3CDTF">2020-12-28T12:32:18Z</dcterms:modified>
</cp:coreProperties>
</file>